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4" r:id="rId9"/>
    <p:sldId id="265" r:id="rId10"/>
    <p:sldId id="267"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1DFC7A2-E3B5-4D18-9DC0-0EEFCCE9FC5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1DFC7A2-E3B5-4D18-9DC0-0EEFCCE9FC53}"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DFC7A2-E3B5-4D18-9DC0-0EEFCCE9FC53}"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DFC7A2-E3B5-4D18-9DC0-0EEFCCE9FC53}"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1DFC7A2-E3B5-4D18-9DC0-0EEFCCE9FC5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0DCD0F-8C9D-452D-B5B2-C651A0D1F3F6}" type="slidenum">
              <a:rPr lang="en-IN" smtClean="0"/>
            </a:fld>
            <a:endParaRPr lang="en-IN"/>
          </a:p>
        </p:txBody>
      </p:sp>
      <p:sp>
        <p:nvSpPr>
          <p:cNvPr id="5" name="Date Placeholder 4"/>
          <p:cNvSpPr>
            <a:spLocks noGrp="1"/>
          </p:cNvSpPr>
          <p:nvPr>
            <p:ph type="dt" sz="half" idx="10"/>
          </p:nvPr>
        </p:nvSpPr>
        <p:spPr/>
        <p:txBody>
          <a:bodyPr/>
          <a:lstStyle/>
          <a:p>
            <a:fld id="{61DFC7A2-E3B5-4D18-9DC0-0EEFCCE9FC53}" type="datetimeFigureOut">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1DFC7A2-E3B5-4D18-9DC0-0EEFCCE9FC5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DCD0F-8C9D-452D-B5B2-C651A0D1F3F6}"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1DFC7A2-E3B5-4D18-9DC0-0EEFCCE9FC53}" type="datetimeFigureOut">
              <a:rPr lang="en-IN" smtClean="0"/>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B0DCD0F-8C9D-452D-B5B2-C651A0D1F3F6}"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386289"/>
            <a:ext cx="7766936" cy="172070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PROJECT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Algerian" panose="04020705040A02060702" pitchFamily="82" charset="0"/>
                <a:cs typeface="Times New Roman" panose="02020603050405020304" pitchFamily="18" charset="0"/>
              </a:rPr>
              <a:t>WATER LEVEL INDICATOR</a:t>
            </a:r>
            <a:endParaRPr lang="en-IN" dirty="0">
              <a:latin typeface="Algerian" panose="04020705040A02060702" pitchFamily="82" charset="0"/>
              <a:cs typeface="Times New Roman" panose="02020603050405020304" pitchFamily="18" charset="0"/>
            </a:endParaRPr>
          </a:p>
        </p:txBody>
      </p:sp>
      <p:sp>
        <p:nvSpPr>
          <p:cNvPr id="3" name="Subtitle 2"/>
          <p:cNvSpPr>
            <a:spLocks noGrp="1"/>
          </p:cNvSpPr>
          <p:nvPr>
            <p:ph type="subTitle" idx="1"/>
          </p:nvPr>
        </p:nvSpPr>
        <p:spPr>
          <a:xfrm>
            <a:off x="1507067" y="4050833"/>
            <a:ext cx="7766936" cy="1160264"/>
          </a:xfrm>
        </p:spPr>
        <p:txBody>
          <a:bodyPr>
            <a:normAutofit fontScale="77500" lnSpcReduction="20000"/>
          </a:bodyPr>
          <a:lstStyle/>
          <a:p>
            <a:r>
              <a:rPr lang="en-US" b="1" dirty="0"/>
              <a:t>By:</a:t>
            </a:r>
            <a:endParaRPr lang="en-US" b="1" dirty="0"/>
          </a:p>
          <a:p>
            <a:r>
              <a:rPr lang="en-US" b="1" dirty="0"/>
              <a:t>M HARIHARAN 22BEC1126</a:t>
            </a:r>
            <a:endParaRPr lang="en-IN" b="1" dirty="0"/>
          </a:p>
          <a:p>
            <a:r>
              <a:rPr lang="en-IN" b="1" dirty="0"/>
              <a:t>UDIT KRISHNA 22BEC1080</a:t>
            </a:r>
            <a:endParaRPr lang="en-IN" b="1" dirty="0"/>
          </a:p>
          <a:p>
            <a:r>
              <a:rPr lang="en-IN" b="1" dirty="0"/>
              <a:t>K L KRISHNA CHAITANYA REDDY 22BEC1215</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INTRODUCTION</a:t>
            </a:r>
            <a:endParaRPr lang="en-IN" sz="4800" dirty="0"/>
          </a:p>
        </p:txBody>
      </p:sp>
      <p:sp>
        <p:nvSpPr>
          <p:cNvPr id="3" name="Content Placeholder 2"/>
          <p:cNvSpPr>
            <a:spLocks noGrp="1"/>
          </p:cNvSpPr>
          <p:nvPr>
            <p:ph idx="1"/>
          </p:nvPr>
        </p:nvSpPr>
        <p:spPr/>
        <p:txBody>
          <a:bodyPr>
            <a:normAutofit/>
          </a:bodyPr>
          <a:lstStyle/>
          <a:p>
            <a:pPr marL="0" indent="0" algn="just">
              <a:buNone/>
            </a:pPr>
            <a:r>
              <a:rPr lang="en-US" sz="3600" b="0" i="0" dirty="0">
                <a:solidFill>
                  <a:srgbClr val="222222"/>
                </a:solidFill>
                <a:effectLst/>
                <a:latin typeface="Times New Roman" panose="02020603050405020304" pitchFamily="18" charset="0"/>
                <a:cs typeface="Times New Roman" panose="02020603050405020304" pitchFamily="18" charset="0"/>
              </a:rPr>
              <a:t>The water level indicator is defined as a system which gets the information about the water level in reservoirs or in tanks which is used in homes. By using the water level indicator we can overcome the overflow of water from the tankers.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COMPONENTS REQUIRED:</a:t>
            </a:r>
            <a:endParaRPr lang="en-IN" sz="3200" dirty="0"/>
          </a:p>
        </p:txBody>
      </p:sp>
      <p:sp>
        <p:nvSpPr>
          <p:cNvPr id="3" name="Content Placeholder 2"/>
          <p:cNvSpPr>
            <a:spLocks noGrp="1"/>
          </p:cNvSpPr>
          <p:nvPr>
            <p:ph idx="1"/>
          </p:nvPr>
        </p:nvSpPr>
        <p:spPr>
          <a:xfrm>
            <a:off x="677334" y="1396182"/>
            <a:ext cx="8596668" cy="5043947"/>
          </a:xfrm>
        </p:spPr>
        <p:txBody>
          <a:bodyPr>
            <a:normAutofit lnSpcReduction="10000"/>
          </a:bodyPr>
          <a:lstStyle/>
          <a:p>
            <a:r>
              <a:rPr lang="en-US" dirty="0"/>
              <a:t>IC 7404</a:t>
            </a:r>
            <a:endParaRPr lang="en-US" dirty="0"/>
          </a:p>
          <a:p>
            <a:r>
              <a:rPr lang="en-IN" dirty="0"/>
              <a:t>BC 547 TRANSISTOR</a:t>
            </a:r>
            <a:endParaRPr lang="en-IN" dirty="0"/>
          </a:p>
          <a:p>
            <a:r>
              <a:rPr lang="en-IN" dirty="0"/>
              <a:t>RESISTOR – 10K OHM, 220 OHM</a:t>
            </a:r>
            <a:endParaRPr lang="en-IN" dirty="0"/>
          </a:p>
          <a:p>
            <a:r>
              <a:rPr lang="en-IN" dirty="0"/>
              <a:t>BREADBOARD</a:t>
            </a:r>
            <a:endParaRPr lang="en-IN" dirty="0"/>
          </a:p>
          <a:p>
            <a:r>
              <a:rPr lang="en-IN" dirty="0"/>
              <a:t>WIRES</a:t>
            </a:r>
            <a:endParaRPr lang="en-IN" dirty="0"/>
          </a:p>
          <a:p>
            <a:r>
              <a:rPr lang="en-IN" dirty="0"/>
              <a:t>LED</a:t>
            </a:r>
            <a:endParaRPr lang="en-IN" dirty="0"/>
          </a:p>
          <a:p>
            <a:r>
              <a:rPr lang="en-IN" dirty="0"/>
              <a:t>11.1V BATTERY</a:t>
            </a:r>
            <a:endParaRPr lang="en-IN" dirty="0"/>
          </a:p>
          <a:p>
            <a:r>
              <a:rPr lang="en-IN" dirty="0"/>
              <a:t>7805 MOSFET</a:t>
            </a:r>
            <a:endParaRPr lang="en-IN" dirty="0"/>
          </a:p>
          <a:p>
            <a:r>
              <a:rPr lang="en-IN" dirty="0"/>
              <a:t>NOT GATE</a:t>
            </a:r>
            <a:endParaRPr lang="en-IN" dirty="0"/>
          </a:p>
          <a:p>
            <a:pPr marL="0" indent="0">
              <a:buNone/>
            </a:pPr>
            <a:endParaRPr lang="en-IN" sz="3200" dirty="0">
              <a:solidFill>
                <a:schemeClr val="accent1"/>
              </a:solidFill>
            </a:endParaRPr>
          </a:p>
          <a:p>
            <a:pPr marL="0" indent="0">
              <a:buNone/>
            </a:pPr>
            <a:r>
              <a:rPr lang="en-IN" sz="3200" dirty="0">
                <a:solidFill>
                  <a:schemeClr val="accent1"/>
                </a:solidFill>
              </a:rPr>
              <a:t>SOFTWARE USED:</a:t>
            </a:r>
            <a:endParaRPr lang="en-IN" sz="3200" dirty="0">
              <a:solidFill>
                <a:schemeClr val="accent1"/>
              </a:solidFill>
            </a:endParaRPr>
          </a:p>
          <a:p>
            <a:r>
              <a:rPr lang="en-IN" sz="2000" dirty="0"/>
              <a:t>MULTISIM</a:t>
            </a:r>
            <a:endParaRPr lang="en-IN" sz="2000" dirty="0"/>
          </a:p>
          <a:p>
            <a:pPr marL="0" indent="0">
              <a:buNone/>
            </a:pPr>
            <a:endParaRPr lang="en-IN" dirty="0"/>
          </a:p>
          <a:p>
            <a:pPr marL="0" indent="0">
              <a:buNone/>
            </a:pPr>
            <a:endParaRPr lang="en-IN" dirty="0"/>
          </a:p>
          <a:p>
            <a:pPr marL="0" indent="0">
              <a:buNone/>
            </a:pP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CIRCUIT:</a:t>
            </a:r>
            <a:br>
              <a:rPr lang="en-US" dirty="0"/>
            </a:br>
            <a:endParaRPr lang="en-IN" dirty="0"/>
          </a:p>
        </p:txBody>
      </p:sp>
      <p:pic>
        <p:nvPicPr>
          <p:cNvPr id="3" name="Content Placeholder 2" descr="ww"/>
          <p:cNvPicPr>
            <a:picLocks noGrp="1" noChangeAspect="1"/>
          </p:cNvPicPr>
          <p:nvPr>
            <p:ph idx="1"/>
          </p:nvPr>
        </p:nvPicPr>
        <p:blipFill>
          <a:blip r:embed="rId1"/>
          <a:stretch>
            <a:fillRect/>
          </a:stretch>
        </p:blipFill>
        <p:spPr>
          <a:xfrm>
            <a:off x="828040" y="1247140"/>
            <a:ext cx="8295005" cy="50063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a:t>
            </a:r>
            <a:endParaRPr lang="en-IN" dirty="0"/>
          </a:p>
        </p:txBody>
      </p:sp>
      <p:sp>
        <p:nvSpPr>
          <p:cNvPr id="3" name="Content Placeholder 2"/>
          <p:cNvSpPr>
            <a:spLocks noGrp="1"/>
          </p:cNvSpPr>
          <p:nvPr>
            <p:ph idx="1"/>
          </p:nvPr>
        </p:nvSpPr>
        <p:spPr>
          <a:xfrm>
            <a:off x="677334" y="1317523"/>
            <a:ext cx="8596668" cy="4723839"/>
          </a:xfrm>
        </p:spPr>
        <p:txBody>
          <a:bodyPr/>
          <a:lstStyle/>
          <a:p>
            <a:pPr marL="0" indent="0" algn="just">
              <a:buNone/>
            </a:pPr>
            <a:r>
              <a:rPr lang="en-US" altLang="en-IN" sz="2000" dirty="0">
                <a:latin typeface="Times New Roman" panose="02020603050405020304" pitchFamily="18" charset="0"/>
                <a:cs typeface="Times New Roman" panose="02020603050405020304" pitchFamily="18" charset="0"/>
              </a:rPr>
              <a:t>T</a:t>
            </a:r>
            <a:r>
              <a:rPr lang="en-IN" sz="2000" dirty="0">
                <a:latin typeface="Times New Roman" panose="02020603050405020304" pitchFamily="18" charset="0"/>
                <a:cs typeface="Times New Roman" panose="02020603050405020304" pitchFamily="18" charset="0"/>
              </a:rPr>
              <a:t>he operation of this project is very simple and can be understood</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easily. In our project “water level indicator” there are 3 main</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conditions:</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There is no water available in the tank</a:t>
            </a:r>
            <a:r>
              <a:rPr lang="en-US" altLang="en-IN" sz="2000" dirty="0">
                <a:latin typeface="Times New Roman" panose="02020603050405020304" pitchFamily="18" charset="0"/>
                <a:cs typeface="Times New Roman" panose="02020603050405020304" pitchFamily="18" charset="0"/>
              </a:rPr>
              <a:t> i.e.empty</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Intermediate level i.e. e</a:t>
            </a:r>
            <a:r>
              <a:rPr lang="en-US" altLang="en-IN" sz="2000" dirty="0">
                <a:latin typeface="Times New Roman" panose="02020603050405020304" pitchFamily="18" charset="0"/>
                <a:cs typeface="Times New Roman" panose="02020603050405020304" pitchFamily="18" charset="0"/>
              </a:rPr>
              <a:t>ither half or full</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There is</a:t>
            </a:r>
            <a:r>
              <a:rPr lang="en-US" altLang="en-IN" sz="2000" dirty="0">
                <a:latin typeface="Times New Roman" panose="02020603050405020304" pitchFamily="18" charset="0"/>
                <a:cs typeface="Times New Roman" panose="02020603050405020304" pitchFamily="18" charset="0"/>
              </a:rPr>
              <a:t> more </a:t>
            </a:r>
            <a:r>
              <a:rPr lang="en-IN" sz="2000" dirty="0">
                <a:latin typeface="Times New Roman" panose="02020603050405020304" pitchFamily="18" charset="0"/>
                <a:cs typeface="Times New Roman" panose="02020603050405020304" pitchFamily="18" charset="0"/>
              </a:rPr>
              <a:t>of water available in the </a:t>
            </a:r>
            <a:r>
              <a:rPr lang="en-US" altLang="en-IN" sz="2000" dirty="0">
                <a:latin typeface="Times New Roman" panose="02020603050405020304" pitchFamily="18" charset="0"/>
                <a:cs typeface="Times New Roman" panose="02020603050405020304" pitchFamily="18" charset="0"/>
              </a:rPr>
              <a:t>tank than required i.e.overflow</a:t>
            </a: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So let us discuss more about these 3 conditions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Condition 1:</a:t>
            </a:r>
            <a:br>
              <a:rPr lang="en-US"/>
            </a:br>
            <a:r>
              <a:rPr lang="en-US">
                <a:solidFill>
                  <a:schemeClr val="tx1">
                    <a:lumMod val="75000"/>
                    <a:lumOff val="25000"/>
                  </a:schemeClr>
                </a:solidFill>
              </a:rPr>
              <a:t>Water is not available in the tank</a:t>
            </a:r>
            <a:endParaRPr lang="en-US">
              <a:solidFill>
                <a:schemeClr val="tx1">
                  <a:lumMod val="75000"/>
                  <a:lumOff val="25000"/>
                </a:schemeClr>
              </a:solidFill>
            </a:endParaRPr>
          </a:p>
        </p:txBody>
      </p:sp>
      <p:sp>
        <p:nvSpPr>
          <p:cNvPr id="3" name="Content Placeholder 2"/>
          <p:cNvSpPr>
            <a:spLocks noGrp="1"/>
          </p:cNvSpPr>
          <p:nvPr>
            <p:ph idx="1"/>
          </p:nvPr>
        </p:nvSpPr>
        <p:spPr>
          <a:xfrm>
            <a:off x="677545" y="1858645"/>
            <a:ext cx="9050655" cy="4182745"/>
          </a:xfrm>
        </p:spPr>
        <p:txBody>
          <a:bodyPr/>
          <a:lstStyle/>
          <a:p>
            <a:pPr marL="0" indent="0" algn="just">
              <a:buNone/>
            </a:pPr>
            <a:endParaRPr lang="en-IN" altLang="en-US" sz="2000"/>
          </a:p>
          <a:p>
            <a:pPr marL="0" indent="0" algn="just">
              <a:buNone/>
            </a:pPr>
            <a:r>
              <a:rPr lang="en-IN" altLang="en-US" sz="2000"/>
              <a:t>By looking at the circuit we can get to know about the connections. Coming to the first condition where the tank is empty when the base transistor  connection wire(Q1) and the 5V connection wire is dipped in the water it gets short circuited and transistor(Q1) gets open circuited and there is voltage gets dropped in the 10k ohm resistor(R2) and at the collector point there is 0 voltage which acts as a input for the NOT(U1) gate and gives output 1 where the LED light glows yellow which indicates that the tank is empty.</a:t>
            </a:r>
            <a:endParaRPr lang="en-IN"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CONDITION 2:</a:t>
            </a:r>
            <a:br>
              <a:rPr lang="en-IN" altLang="en-US"/>
            </a:br>
            <a:r>
              <a:rPr lang="en-IN" altLang="en-US">
                <a:solidFill>
                  <a:schemeClr val="tx1">
                    <a:lumMod val="75000"/>
                    <a:lumOff val="25000"/>
                  </a:schemeClr>
                </a:solidFill>
              </a:rPr>
              <a:t>WATER IS HALF OR FULL IN THE TANK</a:t>
            </a:r>
            <a:endParaRPr lang="en-IN" altLang="en-US">
              <a:solidFill>
                <a:schemeClr val="tx1">
                  <a:lumMod val="75000"/>
                  <a:lumOff val="25000"/>
                </a:schemeClr>
              </a:solidFill>
            </a:endParaRPr>
          </a:p>
        </p:txBody>
      </p:sp>
      <p:sp>
        <p:nvSpPr>
          <p:cNvPr id="3" name="Content Placeholder 2"/>
          <p:cNvSpPr>
            <a:spLocks noGrp="1"/>
          </p:cNvSpPr>
          <p:nvPr>
            <p:ph idx="1"/>
          </p:nvPr>
        </p:nvSpPr>
        <p:spPr>
          <a:xfrm>
            <a:off x="677545" y="1929765"/>
            <a:ext cx="8596630" cy="4111625"/>
          </a:xfrm>
        </p:spPr>
        <p:txBody>
          <a:bodyPr/>
          <a:lstStyle/>
          <a:p>
            <a:pPr marL="0" indent="0">
              <a:buNone/>
            </a:pPr>
            <a:endParaRPr lang="en-IN" altLang="en-US"/>
          </a:p>
          <a:p>
            <a:pPr marL="0" indent="0" algn="just">
              <a:buNone/>
            </a:pPr>
            <a:r>
              <a:rPr lang="en-IN" altLang="en-US" sz="2000">
                <a:latin typeface="Times New Roman" panose="02020603050405020304" pitchFamily="18" charset="0"/>
                <a:cs typeface="Times New Roman" panose="02020603050405020304" pitchFamily="18" charset="0"/>
              </a:rPr>
              <a:t>Coming to the second condition where the water is half or full in the tank. Lets first see what happens when there is half water in the tank. When the base transistor connection wire(Q2) is dipped in water along with base transistor connection wire (Q1) and 5V connection wire because only after these connections are dipped, water can touch transistor base connection wire(Q2).So when all the three wires are dipped in water they get short cirucuited Q2 transistor becomes open and there is voltage drop across 10k ohm and there is 0 voltage at collector connection wire which is the input for the NOT gate which gives 1 as output and the LED glows in the colour of orange which indicates that the water in the tank is half.This is the same process when the water in the tank is full where the LED light glows in green colour.</a:t>
            </a:r>
            <a:endParaRPr lang="en-I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CONDITION 3:</a:t>
            </a:r>
            <a:br>
              <a:rPr lang="en-IN" altLang="en-US"/>
            </a:br>
            <a:r>
              <a:rPr lang="en-IN" altLang="en-US">
                <a:solidFill>
                  <a:schemeClr val="tx1">
                    <a:lumMod val="75000"/>
                    <a:lumOff val="25000"/>
                  </a:schemeClr>
                </a:solidFill>
              </a:rPr>
              <a:t>WATER IS OVERFLOWING IN THE TANK</a:t>
            </a:r>
            <a:endParaRPr lang="en-IN" altLang="en-US">
              <a:solidFill>
                <a:schemeClr val="tx1">
                  <a:lumMod val="75000"/>
                  <a:lumOff val="25000"/>
                </a:schemeClr>
              </a:solidFill>
            </a:endParaRPr>
          </a:p>
        </p:txBody>
      </p:sp>
      <p:sp>
        <p:nvSpPr>
          <p:cNvPr id="3" name="Content Placeholder 2"/>
          <p:cNvSpPr>
            <a:spLocks noGrp="1"/>
          </p:cNvSpPr>
          <p:nvPr>
            <p:ph idx="1"/>
          </p:nvPr>
        </p:nvSpPr>
        <p:spPr/>
        <p:txBody>
          <a:bodyPr/>
          <a:lstStyle/>
          <a:p>
            <a:pPr marL="0" indent="0" algn="just">
              <a:buNone/>
            </a:pPr>
            <a:r>
              <a:rPr lang="en-IN" altLang="en-US" sz="2000" dirty="0">
                <a:latin typeface="Times New Roman" panose="02020603050405020304" pitchFamily="18" charset="0"/>
                <a:cs typeface="Times New Roman" panose="02020603050405020304" pitchFamily="18" charset="0"/>
              </a:rPr>
              <a:t>Coming to the third and final condition where the water in the tank is overflowing. So when there is an overflow in the tank it means that all the all base transistor wires (Q1,Q2,Q3) and 5V are dipped in the water as it an overflow condition and even base transistor wire (Q4) is also dipped in the water and which makes the transistor Q4 open and there is voltage drop across 10k ohm resistor and there is 0 voltage at the collector point which is the input for the NOT gate and gives output 1 where the LED light glows in blue colour which indicates that there is overflow of water in the tank.</a:t>
            </a: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RESULTS AND DISCUSSIONS</a:t>
            </a:r>
            <a:endParaRPr lang="en-IN" altLang="en-US"/>
          </a:p>
        </p:txBody>
      </p:sp>
      <p:sp>
        <p:nvSpPr>
          <p:cNvPr id="3" name="Content Placeholder 2"/>
          <p:cNvSpPr>
            <a:spLocks noGrp="1"/>
          </p:cNvSpPr>
          <p:nvPr>
            <p:ph idx="1"/>
          </p:nvPr>
        </p:nvSpPr>
        <p:spPr>
          <a:xfrm>
            <a:off x="677545" y="1566545"/>
            <a:ext cx="8596630" cy="4474845"/>
          </a:xfrm>
        </p:spPr>
        <p:txBody>
          <a:bodyPr>
            <a:noAutofit/>
          </a:bodyPr>
          <a:p>
            <a:endParaRPr lang="en-US" sz="1600"/>
          </a:p>
          <a:p>
            <a:pPr marL="0" indent="0" algn="just">
              <a:buNone/>
            </a:pPr>
            <a:r>
              <a:rPr lang="en-US" sz="1900">
                <a:latin typeface="Times New Roman" panose="02020603050405020304" pitchFamily="18" charset="0"/>
                <a:cs typeface="Times New Roman" panose="02020603050405020304" pitchFamily="18" charset="0"/>
              </a:rPr>
              <a:t>Coming to the results and discussion,we have successfully the device(water level indicator )  that can accurately measure the water level in bottle .The device is easy to install and operate and it is relatively inexpensive and the project is very simple and highly efficient in conserving water. The device was able to accurately measure the water level in the bottle. This project also has various applications such as Domestic water conservation,Industrial water management,Agricultural irrigation,Environmental monitoring.As the technology continues to develop, water level indicators are likely to become affordable and widely used. So this project is really helpful in conserving water.It should be marketed to wider audience,should made more affordable also this project should developed to make it more accurate and versatile.It should be installed in all homes for knowing the amount of water that has been consumed and minimize the usage of water just for the needs and not to use excess of water and the government should take initiatives to make this device widely available to people. I hope this project has the potential to make a significant impact on water level conservation efforts around the world.</a:t>
            </a:r>
            <a:endParaRPr lang="en-US" sz="19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654710"/>
            <a:ext cx="8596668" cy="1720644"/>
          </a:xfrm>
        </p:spPr>
        <p:txBody>
          <a:bodyPr>
            <a:normAutofit/>
          </a:bodyPr>
          <a:lstStyle/>
          <a:p>
            <a:pPr algn="ctr"/>
            <a:r>
              <a:rPr lang="en-IN" sz="7200" dirty="0">
                <a:latin typeface="Times New Roman" panose="02020603050405020304" pitchFamily="18" charset="0"/>
                <a:cs typeface="Times New Roman" panose="02020603050405020304" pitchFamily="18" charset="0"/>
              </a:rPr>
              <a:t>THANK YOU</a:t>
            </a:r>
            <a:endParaRPr lang="en-IN" sz="7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4211</Words>
  <Application>WPS Presentation</Application>
  <PresentationFormat>Widescreen</PresentationFormat>
  <Paragraphs>63</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Wingdings 3</vt:lpstr>
      <vt:lpstr>Arial</vt:lpstr>
      <vt:lpstr>Times New Roman</vt:lpstr>
      <vt:lpstr>Algerian</vt:lpstr>
      <vt:lpstr>Trebuchet MS</vt:lpstr>
      <vt:lpstr>Microsoft YaHei</vt:lpstr>
      <vt:lpstr>Arial Unicode MS</vt:lpstr>
      <vt:lpstr>Calibri</vt:lpstr>
      <vt:lpstr>Facet</vt:lpstr>
      <vt:lpstr>PROJECT  WATER LEVEL INDICATOR</vt:lpstr>
      <vt:lpstr>INTRODUCTION</vt:lpstr>
      <vt:lpstr>COMPONENTS REQUIRED:</vt:lpstr>
      <vt:lpstr>CIRCUIT: </vt:lpstr>
      <vt:lpstr>WORKING:</vt:lpstr>
      <vt:lpstr>Condition 1: Water is not available in the tank</vt:lpstr>
      <vt:lpstr>CONDITION 2: WATER IS HALF OR FULL IN THE TANK</vt:lpstr>
      <vt:lpstr>CONDITION 3: WATER IS OVERFLOWING IN THE TANK</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WATER LEVEL INDICATOR</dc:title>
  <dc:creator>sudhakar reddy</dc:creator>
  <cp:lastModifiedBy>sudhakar reddy</cp:lastModifiedBy>
  <cp:revision>3</cp:revision>
  <dcterms:created xsi:type="dcterms:W3CDTF">2023-10-08T04:08:00Z</dcterms:created>
  <dcterms:modified xsi:type="dcterms:W3CDTF">2023-11-08T04:16:34Z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26F6AB76EE224C2F8904B4BFF36C8A99_12</vt:lpwstr>
  </property>
  <property fmtid="{D5CDD505-2E9C-101B-9397-08002B2CF9AE}" pid="3" name="KSOProductBuildVer">
    <vt:lpwstr>1033-12.2.0.13266</vt:lpwstr>
  </property>
</Properties>
</file>